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5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" name="Rectangle 7"/>
          <p:cNvSpPr/>
          <p:nvPr userDrawn="1"/>
        </p:nvSpPr>
        <p:spPr>
          <a:xfrm>
            <a:off x="9103167" y="-69321"/>
            <a:ext cx="3085657" cy="6918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0833" y="-8467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23282" y="2133598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34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4263"/>
            <a:ext cx="8596668" cy="441709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65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13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2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7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46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60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5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70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135" y="1161719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0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601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136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243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10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24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85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1" b="68900"/>
          <a:stretch/>
        </p:blipFill>
        <p:spPr bwMode="auto">
          <a:xfrm>
            <a:off x="0" y="4900"/>
            <a:ext cx="9144000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AEE4D-BA6C-4D7F-A9B3-D89E6457733C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A24992C-B240-4406-A7A6-B4EEEE8ED8A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arallelogram 7"/>
          <p:cNvSpPr/>
          <p:nvPr userDrawn="1"/>
        </p:nvSpPr>
        <p:spPr>
          <a:xfrm>
            <a:off x="1771726" y="0"/>
            <a:ext cx="3215974" cy="1309511"/>
          </a:xfrm>
          <a:prstGeom prst="parallelogram">
            <a:avLst>
              <a:gd name="adj" fmla="val 10150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11643" y="312821"/>
            <a:ext cx="6831592" cy="10311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2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6760" y="1075763"/>
            <a:ext cx="6937687" cy="1646302"/>
          </a:xfrm>
        </p:spPr>
        <p:txBody>
          <a:bodyPr/>
          <a:lstStyle/>
          <a:p>
            <a:pPr algn="l"/>
            <a:r>
              <a:rPr lang="en-GB" sz="9600" dirty="0" err="1" smtClean="0"/>
              <a:t>AgriVision</a:t>
            </a:r>
            <a:r>
              <a:rPr lang="en-GB" sz="9600" dirty="0" smtClean="0"/>
              <a:t>!</a:t>
            </a:r>
            <a:endParaRPr lang="en-GB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6760" y="2992998"/>
            <a:ext cx="7054228" cy="1096899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A Solution </a:t>
            </a:r>
            <a:r>
              <a:rPr lang="en-US" sz="3200" dirty="0"/>
              <a:t>for Managing Vegetable Production and Demand</a:t>
            </a:r>
            <a:endParaRPr lang="en-GB" sz="32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886760" y="4975411"/>
            <a:ext cx="7054227" cy="19632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smtClean="0"/>
              <a:t>Developed by:</a:t>
            </a:r>
          </a:p>
          <a:p>
            <a:pPr algn="l"/>
            <a:r>
              <a:rPr lang="en-US" sz="2400" b="1" dirty="0" err="1" smtClean="0"/>
              <a:t>Uthayakumar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Niruthigan</a:t>
            </a:r>
            <a:r>
              <a:rPr lang="en-US" sz="2400" b="1" dirty="0" smtClean="0"/>
              <a:t> &amp; Suthakar </a:t>
            </a:r>
            <a:r>
              <a:rPr lang="en-US" sz="2400" b="1" dirty="0" err="1" smtClean="0"/>
              <a:t>Thiroshan</a:t>
            </a:r>
            <a:endParaRPr lang="en-GB" sz="2400" b="1" dirty="0" smtClean="0"/>
          </a:p>
          <a:p>
            <a:pPr algn="l"/>
            <a:r>
              <a:rPr lang="en-GB" sz="2400" dirty="0" smtClean="0"/>
              <a:t>St </a:t>
            </a:r>
            <a:r>
              <a:rPr lang="en-GB" sz="2400" dirty="0"/>
              <a:t>John's College, Jaffna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11556232" y="0"/>
            <a:ext cx="482640" cy="661395"/>
          </a:xfrm>
          <a:prstGeom prst="star5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32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4263"/>
            <a:ext cx="8596668" cy="5233737"/>
          </a:xfrm>
        </p:spPr>
        <p:txBody>
          <a:bodyPr>
            <a:normAutofit/>
          </a:bodyPr>
          <a:lstStyle/>
          <a:p>
            <a:r>
              <a:rPr lang="en-US" dirty="0"/>
              <a:t>Current Challenges in </a:t>
            </a:r>
            <a:r>
              <a:rPr lang="en-US" dirty="0" smtClean="0"/>
              <a:t>Agriculture:</a:t>
            </a:r>
          </a:p>
          <a:p>
            <a:pPr lvl="1"/>
            <a:r>
              <a:rPr lang="en-US" dirty="0"/>
              <a:t>Lack of real-time demand data for </a:t>
            </a:r>
            <a:r>
              <a:rPr lang="en-US" dirty="0" smtClean="0"/>
              <a:t>farmers.</a:t>
            </a:r>
          </a:p>
          <a:p>
            <a:pPr lvl="1"/>
            <a:r>
              <a:rPr lang="en-US" dirty="0"/>
              <a:t>Overproduction leads to wastage; underproduction causes shortages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Difficulty </a:t>
            </a:r>
            <a:r>
              <a:rPr lang="en-US" dirty="0"/>
              <a:t>in deciding which crops to cultivate for maximum profitability.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Need </a:t>
            </a:r>
            <a:r>
              <a:rPr lang="en-US" b="1" dirty="0">
                <a:solidFill>
                  <a:srgbClr val="0070C0"/>
                </a:solidFill>
              </a:rPr>
              <a:t>for a Solution</a:t>
            </a:r>
            <a:r>
              <a:rPr lang="en-US" dirty="0">
                <a:solidFill>
                  <a:srgbClr val="0070C0"/>
                </a:solidFill>
              </a:rPr>
              <a:t>: A system to align crop production with market demands.</a:t>
            </a:r>
          </a:p>
          <a:p>
            <a:endParaRPr lang="en-GB" dirty="0"/>
          </a:p>
        </p:txBody>
      </p:sp>
      <p:sp>
        <p:nvSpPr>
          <p:cNvPr id="8" name="5-Point Star 7"/>
          <p:cNvSpPr/>
          <p:nvPr/>
        </p:nvSpPr>
        <p:spPr>
          <a:xfrm>
            <a:off x="11556232" y="0"/>
            <a:ext cx="482640" cy="661395"/>
          </a:xfrm>
          <a:prstGeom prst="star5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18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</a:t>
            </a:r>
            <a:r>
              <a:rPr lang="en-GB" dirty="0" smtClean="0"/>
              <a:t>Statement …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06" y="1343951"/>
            <a:ext cx="12196540" cy="443168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78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</a:t>
            </a:r>
            <a:r>
              <a:rPr lang="en-GB" dirty="0" smtClean="0"/>
              <a:t>Statement …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9128" b="74791"/>
          <a:stretch/>
        </p:blipFill>
        <p:spPr>
          <a:xfrm>
            <a:off x="99460" y="1624263"/>
            <a:ext cx="5979459" cy="17301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5339" r="10108" b="49060"/>
          <a:stretch/>
        </p:blipFill>
        <p:spPr>
          <a:xfrm>
            <a:off x="131684" y="3763993"/>
            <a:ext cx="5915010" cy="175708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50548" r="8583" b="24113"/>
          <a:stretch/>
        </p:blipFill>
        <p:spPr>
          <a:xfrm>
            <a:off x="6176682" y="2263822"/>
            <a:ext cx="6015318" cy="17391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76671" r="7902"/>
          <a:stretch/>
        </p:blipFill>
        <p:spPr>
          <a:xfrm>
            <a:off x="6131859" y="4642534"/>
            <a:ext cx="6060141" cy="160119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938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 of </a:t>
            </a:r>
            <a:r>
              <a:rPr lang="en-US" dirty="0" err="1" smtClean="0"/>
              <a:t>AgriVision</a:t>
            </a:r>
            <a:r>
              <a:rPr lang="en-US" dirty="0"/>
              <a:t> </a:t>
            </a:r>
            <a:r>
              <a:rPr lang="en-US" dirty="0" smtClean="0"/>
              <a:t>App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24263"/>
            <a:ext cx="10896101" cy="5036513"/>
          </a:xfrm>
        </p:spPr>
        <p:txBody>
          <a:bodyPr>
            <a:normAutofit/>
          </a:bodyPr>
          <a:lstStyle/>
          <a:p>
            <a:r>
              <a:rPr lang="en-GB" dirty="0" smtClean="0"/>
              <a:t>AgriVision</a:t>
            </a:r>
            <a:r>
              <a:rPr lang="en-GB" dirty="0"/>
              <a:t> </a:t>
            </a:r>
            <a:r>
              <a:rPr lang="en-GB" dirty="0" smtClean="0"/>
              <a:t>Features</a:t>
            </a:r>
          </a:p>
          <a:p>
            <a:pPr lvl="1"/>
            <a:r>
              <a:rPr lang="en-US" dirty="0"/>
              <a:t>Assists farmers in identifying crops with higher demand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Simplifies </a:t>
            </a:r>
            <a:r>
              <a:rPr lang="en-US" dirty="0"/>
              <a:t>crop data entry and updates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rovides </a:t>
            </a:r>
            <a:r>
              <a:rPr lang="en-US" dirty="0"/>
              <a:t>useful tips and details about crops, helping farmers make better decisions to reduce wastage and increase their </a:t>
            </a:r>
            <a:r>
              <a:rPr lang="en-US" dirty="0" smtClean="0"/>
              <a:t>income.</a:t>
            </a:r>
          </a:p>
          <a:p>
            <a:pPr lvl="1"/>
            <a:r>
              <a:rPr lang="en-US" dirty="0" smtClean="0"/>
              <a:t>Enables </a:t>
            </a:r>
            <a:r>
              <a:rPr lang="en-US" dirty="0"/>
              <a:t>data collection for agricultural policy-making.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6517" y="5100918"/>
                <a:ext cx="11447930" cy="100404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15888" lvl="1" algn="ctr"/>
                <a14:m>
                  <m:oMath xmlns:m="http://schemas.openxmlformats.org/officeDocument/2006/math">
                    <m:r>
                      <a:rPr lang="en-GB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𝐃𝐞𝐦𝐚𝐧𝐝</m:t>
                    </m:r>
                    <m:r>
                      <a:rPr lang="en-GB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%=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Consumption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Production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by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all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Farmers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</a:rPr>
                          <m:t>Consumption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sz="2400" b="1" dirty="0">
                    <a:solidFill>
                      <a:srgbClr val="FF000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17" y="5100918"/>
                <a:ext cx="11447930" cy="10040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5-Point Star 5"/>
          <p:cNvSpPr/>
          <p:nvPr/>
        </p:nvSpPr>
        <p:spPr>
          <a:xfrm>
            <a:off x="11556232" y="0"/>
            <a:ext cx="482640" cy="661395"/>
          </a:xfrm>
          <a:prstGeom prst="star5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59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</a:t>
            </a:r>
            <a:r>
              <a:rPr lang="en-GB" dirty="0" err="1"/>
              <a:t>AgriVision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4263"/>
            <a:ext cx="8596668" cy="5108231"/>
          </a:xfrm>
        </p:spPr>
        <p:txBody>
          <a:bodyPr>
            <a:normAutofit/>
          </a:bodyPr>
          <a:lstStyle/>
          <a:p>
            <a:r>
              <a:rPr lang="en-US" dirty="0"/>
              <a:t>For Farmers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Informed </a:t>
            </a:r>
            <a:r>
              <a:rPr lang="en-US" dirty="0"/>
              <a:t>crop selection for higher profits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Minimised</a:t>
            </a:r>
            <a:r>
              <a:rPr lang="en-US" dirty="0" smtClean="0"/>
              <a:t> </a:t>
            </a:r>
            <a:r>
              <a:rPr lang="en-US" dirty="0"/>
              <a:t>wastage and risk of overproduction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Easy </a:t>
            </a:r>
            <a:r>
              <a:rPr lang="en-US" dirty="0"/>
              <a:t>record-keeping and demand tracking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the People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Stable </a:t>
            </a:r>
            <a:r>
              <a:rPr lang="en-US" dirty="0"/>
              <a:t>vegetable availability in markets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Controlled </a:t>
            </a:r>
            <a:r>
              <a:rPr lang="en-US" dirty="0"/>
              <a:t>pricing due to balanced supply and demand</a:t>
            </a:r>
            <a:r>
              <a:rPr lang="en-US" dirty="0" smtClean="0"/>
              <a:t>.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1556232" y="0"/>
            <a:ext cx="482640" cy="661395"/>
          </a:xfrm>
          <a:prstGeom prst="star5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44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</a:t>
            </a:r>
            <a:r>
              <a:rPr lang="en-GB" dirty="0" err="1" smtClean="0"/>
              <a:t>AgriVision</a:t>
            </a:r>
            <a:r>
              <a:rPr lang="en-GB" dirty="0" smtClean="0"/>
              <a:t> 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4263"/>
            <a:ext cx="8596668" cy="5108231"/>
          </a:xfrm>
        </p:spPr>
        <p:txBody>
          <a:bodyPr>
            <a:normAutofit/>
          </a:bodyPr>
          <a:lstStyle/>
          <a:p>
            <a:r>
              <a:rPr lang="en-US" dirty="0" smtClean="0"/>
              <a:t>For </a:t>
            </a:r>
            <a:r>
              <a:rPr lang="en-US" dirty="0"/>
              <a:t>the Agriculture Department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Centralised</a:t>
            </a:r>
            <a:r>
              <a:rPr lang="en-US" dirty="0" smtClean="0"/>
              <a:t> </a:t>
            </a:r>
            <a:r>
              <a:rPr lang="en-US" dirty="0"/>
              <a:t>data for better policy-making and guidance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Enhanced </a:t>
            </a:r>
            <a:r>
              <a:rPr lang="en-US" dirty="0"/>
              <a:t>support for farmers based on trends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For the </a:t>
            </a:r>
            <a:r>
              <a:rPr lang="en-US" dirty="0" smtClean="0"/>
              <a:t>Environment:</a:t>
            </a:r>
          </a:p>
          <a:p>
            <a:pPr lvl="1"/>
            <a:r>
              <a:rPr lang="en-US" dirty="0" smtClean="0"/>
              <a:t>Promotes </a:t>
            </a:r>
            <a:r>
              <a:rPr lang="en-US" dirty="0"/>
              <a:t>resource-efficient farming by reducing wastage and balancing production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Minimises</a:t>
            </a:r>
            <a:r>
              <a:rPr lang="en-US" dirty="0" smtClean="0"/>
              <a:t> </a:t>
            </a:r>
            <a:r>
              <a:rPr lang="en-US" dirty="0"/>
              <a:t>overproduction and unnecessary farming efforts.</a:t>
            </a:r>
            <a:endParaRPr lang="en-GB" dirty="0"/>
          </a:p>
        </p:txBody>
      </p:sp>
      <p:sp>
        <p:nvSpPr>
          <p:cNvPr id="4" name="5-Point Star 3"/>
          <p:cNvSpPr/>
          <p:nvPr/>
        </p:nvSpPr>
        <p:spPr>
          <a:xfrm>
            <a:off x="11556232" y="0"/>
            <a:ext cx="482640" cy="661395"/>
          </a:xfrm>
          <a:prstGeom prst="star5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36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4262"/>
            <a:ext cx="8596668" cy="5108231"/>
          </a:xfrm>
        </p:spPr>
        <p:txBody>
          <a:bodyPr>
            <a:normAutofit/>
          </a:bodyPr>
          <a:lstStyle/>
          <a:p>
            <a:r>
              <a:rPr lang="en-GB" dirty="0"/>
              <a:t>Frontend: </a:t>
            </a:r>
            <a:endParaRPr lang="en-GB" dirty="0" smtClean="0"/>
          </a:p>
          <a:p>
            <a:pPr lvl="1"/>
            <a:r>
              <a:rPr lang="en-GB" dirty="0" smtClean="0"/>
              <a:t>Built </a:t>
            </a:r>
            <a:r>
              <a:rPr lang="en-GB" dirty="0"/>
              <a:t>with Flutter for cross-platform compatibility</a:t>
            </a:r>
            <a:r>
              <a:rPr lang="en-GB" dirty="0" smtClean="0"/>
              <a:t>.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Backend</a:t>
            </a:r>
            <a:r>
              <a:rPr lang="en-GB" dirty="0"/>
              <a:t>: </a:t>
            </a:r>
            <a:endParaRPr lang="en-GB" dirty="0" smtClean="0"/>
          </a:p>
          <a:p>
            <a:pPr lvl="1"/>
            <a:r>
              <a:rPr lang="en-GB" dirty="0" smtClean="0"/>
              <a:t>Managed </a:t>
            </a:r>
            <a:r>
              <a:rPr lang="en-GB" dirty="0"/>
              <a:t>using Python </a:t>
            </a:r>
            <a:r>
              <a:rPr lang="en-GB" dirty="0" smtClean="0"/>
              <a:t>for </a:t>
            </a:r>
            <a:r>
              <a:rPr lang="en-GB" dirty="0"/>
              <a:t>server-side logic and API handling</a:t>
            </a:r>
            <a:r>
              <a:rPr lang="en-GB" dirty="0" smtClean="0"/>
              <a:t>.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Database</a:t>
            </a:r>
            <a:r>
              <a:rPr lang="en-GB" dirty="0"/>
              <a:t>: </a:t>
            </a:r>
            <a:endParaRPr lang="en-GB" dirty="0" smtClean="0"/>
          </a:p>
          <a:p>
            <a:pPr lvl="1"/>
            <a:r>
              <a:rPr lang="en-GB" dirty="0" smtClean="0"/>
              <a:t>SQL </a:t>
            </a:r>
            <a:r>
              <a:rPr lang="en-GB" dirty="0"/>
              <a:t>Server for secure and efficient data </a:t>
            </a:r>
            <a:r>
              <a:rPr lang="en-GB" dirty="0" smtClean="0"/>
              <a:t>storage.</a:t>
            </a:r>
          </a:p>
        </p:txBody>
      </p:sp>
    </p:spTree>
    <p:extLst>
      <p:ext uri="{BB962C8B-B14F-4D97-AF65-F5344CB8AC3E}">
        <p14:creationId xmlns:p14="http://schemas.microsoft.com/office/powerpoint/2010/main" val="80099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Developments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 with weather data for crop-specific advice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Market </a:t>
            </a:r>
            <a:r>
              <a:rPr lang="en-US" dirty="0"/>
              <a:t>pricing forecasts for informed decision-making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Multi-language </a:t>
            </a:r>
            <a:r>
              <a:rPr lang="en-US" dirty="0"/>
              <a:t>support for accessibility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Mobile </a:t>
            </a:r>
            <a:r>
              <a:rPr lang="en-US" dirty="0"/>
              <a:t>notifications for high-demand crop alerts.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89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AgriVision</a:t>
            </a:r>
            <a:r>
              <a:rPr lang="en-US" dirty="0"/>
              <a:t> bridges the gap between farmers, markets, and policymakers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Empowers </a:t>
            </a:r>
            <a:r>
              <a:rPr lang="en-US" dirty="0"/>
              <a:t>farmers with actionable insights for sustainable agriculture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Adoption </a:t>
            </a:r>
            <a:r>
              <a:rPr lang="en-US" dirty="0"/>
              <a:t>of this system can </a:t>
            </a:r>
            <a:r>
              <a:rPr lang="en-US" dirty="0" err="1"/>
              <a:t>revolutionise</a:t>
            </a:r>
            <a:r>
              <a:rPr lang="en-US" dirty="0"/>
              <a:t> agricultural practices.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02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93693" y="1161719"/>
            <a:ext cx="7723109" cy="3403600"/>
          </a:xfrm>
        </p:spPr>
        <p:txBody>
          <a:bodyPr>
            <a:normAutofit/>
          </a:bodyPr>
          <a:lstStyle/>
          <a:p>
            <a:r>
              <a:rPr lang="en-GB" sz="9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500845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319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Trebuchet MS</vt:lpstr>
      <vt:lpstr>Wingdings 3</vt:lpstr>
      <vt:lpstr>Facet</vt:lpstr>
      <vt:lpstr>AgriVision!</vt:lpstr>
      <vt:lpstr>Problem Statement</vt:lpstr>
      <vt:lpstr>Problem Statement …</vt:lpstr>
      <vt:lpstr>Problem Statement …</vt:lpstr>
      <vt:lpstr>Overview of AgriVision App </vt:lpstr>
      <vt:lpstr>Benefits of AgriVision</vt:lpstr>
      <vt:lpstr>Benefits of AgriVision …</vt:lpstr>
      <vt:lpstr>Technical Aspects</vt:lpstr>
      <vt:lpstr>Future Developments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Suthakar Somaskandan</dc:creator>
  <cp:lastModifiedBy>Suthakar Somaskandan</cp:lastModifiedBy>
  <cp:revision>103</cp:revision>
  <dcterms:created xsi:type="dcterms:W3CDTF">2024-12-10T12:48:14Z</dcterms:created>
  <dcterms:modified xsi:type="dcterms:W3CDTF">2024-12-11T01:06:56Z</dcterms:modified>
</cp:coreProperties>
</file>